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e78891e4ce_0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e78891e4ce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/>
        </p:nvSpPr>
        <p:spPr>
          <a:xfrm>
            <a:off x="665750" y="144425"/>
            <a:ext cx="8176800" cy="677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3200">
                <a:solidFill>
                  <a:schemeClr val="dk1"/>
                </a:solidFill>
              </a:rPr>
              <a:t>SALES PERFORMANCE DASHBOARD</a:t>
            </a:r>
            <a:endParaRPr b="1" sz="3200">
              <a:solidFill>
                <a:schemeClr val="dk1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533875" y="896900"/>
            <a:ext cx="1808700" cy="14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TOTAL SALES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4,59,000</a:t>
            </a:r>
            <a:endParaRPr b="1"/>
          </a:p>
        </p:txBody>
      </p:sp>
      <p:sp>
        <p:nvSpPr>
          <p:cNvPr id="56" name="Google Shape;56;p13"/>
          <p:cNvSpPr/>
          <p:nvPr/>
        </p:nvSpPr>
        <p:spPr>
          <a:xfrm>
            <a:off x="2719375" y="896900"/>
            <a:ext cx="1714500" cy="14112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AVERAGE SALES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22,950</a:t>
            </a:r>
            <a:endParaRPr b="1"/>
          </a:p>
        </p:txBody>
      </p:sp>
      <p:sp>
        <p:nvSpPr>
          <p:cNvPr id="57" name="Google Shape;57;p13"/>
          <p:cNvSpPr/>
          <p:nvPr/>
        </p:nvSpPr>
        <p:spPr>
          <a:xfrm>
            <a:off x="4810675" y="929150"/>
            <a:ext cx="1808700" cy="134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TOTAL ORDERS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20</a:t>
            </a:r>
            <a:endParaRPr b="1"/>
          </a:p>
        </p:txBody>
      </p:sp>
      <p:sp>
        <p:nvSpPr>
          <p:cNvPr id="58" name="Google Shape;58;p13"/>
          <p:cNvSpPr/>
          <p:nvPr/>
        </p:nvSpPr>
        <p:spPr>
          <a:xfrm>
            <a:off x="6996175" y="929150"/>
            <a:ext cx="1714500" cy="1346700"/>
          </a:xfrm>
          <a:prstGeom prst="rect">
            <a:avLst/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TOP PRODUCT</a:t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/>
              <a:t>Laptop</a:t>
            </a:r>
            <a:endParaRPr b="1"/>
          </a:p>
        </p:txBody>
      </p:sp>
      <p:pic>
        <p:nvPicPr>
          <p:cNvPr id="59" name="Google Shape;59;p13" title="Chart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34175" y="2473550"/>
            <a:ext cx="2485201" cy="25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" name="Google Shape;60;p13" title="Chart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06025" y="2473550"/>
            <a:ext cx="2467398" cy="2562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" name="Google Shape;61;p13" title="Chart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60075" y="2428250"/>
            <a:ext cx="2550601" cy="23637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